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2160000"/>
            <a:ext cx="7704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 by Three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3600000"/>
            <a:ext cx="7704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Standard 4:3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7704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7704000" cy="48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Narrower page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25.4 x 19.05 cm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