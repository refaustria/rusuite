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1800000" y="1440000"/>
            <a:ext cx="6120000" cy="3240000"/>
            <a:chOff x="1800000" y="1440000"/>
            <a:chExt cx="6120000" cy="3240000"/>
          </a:xfrm>
        </p:grpSpPr>
        <p:sp>
          <p:nvSpPr>
            <p:cNvPr id="3" name=""/>
            <p:cNvSpPr/>
            <p:nvPr/>
          </p:nvSpPr>
          <p:spPr>
            <a:xfrm>
              <a:off x="1800000" y="1440000"/>
              <a:ext cx="3600000" cy="2160000"/>
            </a:xfrm>
            <a:prstGeom prst="rect">
              <a:avLst/>
            </a:prstGeom>
            <a:solidFill>
              <a:srgbClr val="3465a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Rect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4320000" y="2520000"/>
              <a:ext cx="3600000" cy="2160000"/>
            </a:xfrm>
            <a:prstGeom prst="ellipse">
              <a:avLst/>
            </a:prstGeom>
            <a:solidFill>
              <a:srgbClr val="cc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r>
                <a: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Ellipse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