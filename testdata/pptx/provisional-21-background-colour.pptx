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e9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Yellow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Background is solid yellow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