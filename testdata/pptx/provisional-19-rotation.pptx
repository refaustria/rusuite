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19800000">
            <a:off x="1015200" y="2757600"/>
            <a:ext cx="4320000" cy="1800000"/>
          </a:xfrm>
          <a:prstGeom prst="rect">
            <a:avLst/>
          </a:prstGeom>
          <a:solidFill>
            <a:srgbClr val="4e9a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Rotated 30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