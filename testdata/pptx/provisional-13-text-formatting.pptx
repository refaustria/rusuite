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720000" y="360000"/>
            <a:ext cx="8640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Bold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Italic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Underline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"/>
          <p:cNvSpPr txBox="1"/>
          <p:nvPr/>
        </p:nvSpPr>
        <p:spPr>
          <a:xfrm>
            <a:off x="720000" y="1260000"/>
            <a:ext cx="8640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cc0000"/>
                </a:solidFill>
                <a:effectLst/>
                <a:uFillTx/>
                <a:latin typeface="Arial"/>
              </a:rPr>
              <a:t>Red text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and </a:t>
            </a:r>
            <a:r>
              <a:rPr b="0" lang="en-US" sz="1800" strike="noStrike" u="none">
                <a:solidFill>
                  <a:srgbClr val="3465a4"/>
                </a:solidFill>
                <a:effectLst/>
                <a:uFillTx/>
                <a:latin typeface="Arial"/>
              </a:rPr>
              <a:t>blue text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"/>
          <p:cNvSpPr txBox="1"/>
          <p:nvPr/>
        </p:nvSpPr>
        <p:spPr>
          <a:xfrm>
            <a:off x="720000" y="2160000"/>
            <a:ext cx="8640000" cy="10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Small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Medium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Large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"/>
          <p:cNvSpPr txBox="1"/>
          <p:nvPr/>
        </p:nvSpPr>
        <p:spPr>
          <a:xfrm>
            <a:off x="720000" y="3420000"/>
            <a:ext cx="8640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Serif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ourier New"/>
              </a:rPr>
              <a:t>Mono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Sans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"/>
          <p:cNvSpPr/>
          <p:nvPr/>
        </p:nvSpPr>
        <p:spPr>
          <a:xfrm>
            <a:off x="720000" y="4320000"/>
            <a:ext cx="8640000" cy="900000"/>
          </a:xfrm>
          <a:prstGeom prst="rect">
            <a:avLst/>
          </a:prstGeom>
          <a:solidFill>
            <a:srgbClr val="eeee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1" i="1" lang="en-US" sz="2000" strike="noStrike" u="sng">
                <a:solidFill>
                  <a:srgbClr val="4e9a06"/>
                </a:solidFill>
                <a:effectLst/>
                <a:uFillTx/>
                <a:latin typeface="Times New Roman"/>
              </a:rPr>
              <a:t>All in a shape: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