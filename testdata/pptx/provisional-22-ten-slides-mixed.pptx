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Mixed Deck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 slides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2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2.1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2.2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Detail 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3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3.1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3.2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Detail 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4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4.1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4.2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Detail 4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5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5.1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5.2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Detail 5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Slide 6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Slide 7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Slide 8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9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88000" indent="-288000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Numbered 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indent="-288000">
              <a:spcBef>
                <a:spcPts val="1417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Numbered 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180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End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 you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