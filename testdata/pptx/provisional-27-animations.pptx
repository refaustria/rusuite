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Animated Title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Subtitle fades in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360000" y="1440000"/>
            <a:ext cx="2088000" cy="180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Wipe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2808000" y="1440000"/>
            <a:ext cx="2088000" cy="1800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Zoom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256000" y="1440000"/>
            <a:ext cx="2088000" cy="1800000"/>
          </a:xfrm>
          <a:prstGeom prst="roundRect">
            <a:avLst>
              <a:gd name="adj" fmla="val 16667"/>
            </a:avLst>
          </a:prstGeom>
          <a:solidFill>
            <a:srgbClr val="4e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Appear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704000" y="1440000"/>
            <a:ext cx="2088000" cy="1800000"/>
          </a:xfrm>
          <a:prstGeom prst="rect">
            <a:avLst/>
          </a:prstGeom>
          <a:solidFill>
            <a:srgbClr val="fce9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xit" presetID="2" presetSubtype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