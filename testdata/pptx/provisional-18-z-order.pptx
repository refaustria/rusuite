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1800000" y="1080000"/>
            <a:ext cx="4320000" cy="288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Back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3240000" y="1800000"/>
            <a:ext cx="4320000" cy="2880000"/>
          </a:xfrm>
          <a:prstGeom prst="ellipse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Middle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4680000" y="2520000"/>
            <a:ext cx="3600000" cy="2160000"/>
          </a:xfrm>
          <a:prstGeom prst="roundRect">
            <a:avLst>
              <a:gd name="adj" fmla="val 16667"/>
            </a:avLst>
          </a:prstGeom>
          <a:solidFill>
            <a:srgbClr val="fce9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