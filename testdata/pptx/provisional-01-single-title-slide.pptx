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20000" y="21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Single Title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