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20000" y="1080000"/>
            <a:ext cx="2520000" cy="1440000"/>
          </a:xfrm>
          <a:prstGeom prst="rect">
            <a:avLst/>
          </a:prstGeom>
          <a:solidFill>
            <a:srgbClr val="eeeeec"/>
          </a:solidFill>
          <a:ln w="180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0.05 cm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3780000" y="1080000"/>
            <a:ext cx="2520000" cy="1440000"/>
          </a:xfrm>
          <a:prstGeom prst="rect">
            <a:avLst/>
          </a:prstGeom>
          <a:solidFill>
            <a:srgbClr val="eeeeec"/>
          </a:solidFill>
          <a:ln w="10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99000" bIns="99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0.3 cm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6840000" y="1080000"/>
            <a:ext cx="2520000" cy="1440000"/>
          </a:xfrm>
          <a:prstGeom prst="rect">
            <a:avLst/>
          </a:prstGeom>
          <a:solidFill>
            <a:srgbClr val="eeeeec"/>
          </a:solidFill>
          <a:ln w="54000">
            <a:solidFill>
              <a:srgbClr val="4e9a06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dashed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2880000" y="3240000"/>
            <a:ext cx="4320000" cy="1800000"/>
          </a:xfrm>
          <a:prstGeom prst="ellipse">
            <a:avLst/>
          </a:prstGeom>
          <a:noFill/>
          <a:ln w="72000">
            <a:solidFill>
              <a:srgbClr val="204a87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81000" bIns="81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dashed ellipse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