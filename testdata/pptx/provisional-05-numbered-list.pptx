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Steps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88000" indent="-288000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Open the file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8000" indent="-288000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slide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8000" indent="-288000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Save the deck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8000" indent="-288000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Share 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