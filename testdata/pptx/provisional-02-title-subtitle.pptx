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Quarterly Review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Prepared by the Rusuite team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