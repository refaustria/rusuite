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Unicode: Grüße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Umlauts: ÄÖÜ äöü ß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CJK: 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日本語のテキスト 中文 한국어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Emoji: 😀 🚀 ✅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1080000" y="1440000"/>
            <a:ext cx="792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Ελληνικά — Русский — </a:t>
            </a:r>
            <a:r>
              <a:rPr b="0" lang="hi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עברית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Ünïcödé ✓ € £ ¥ © ®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