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360000" y="360000"/>
            <a:ext cx="1800000" cy="720000"/>
          </a:xfrm>
          <a:prstGeom prst="flowChartTerminator">
            <a:avLst/>
          </a:prstGeom>
          <a:solidFill>
            <a:srgbClr val="3465a4"/>
          </a:solidFill>
          <a:ln w="18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 algn="ctr"/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Start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360000" y="1800000"/>
            <a:ext cx="1800000" cy="720000"/>
          </a:xfrm>
          <a:prstGeom prst="flowChartInputOutput">
            <a:avLst/>
          </a:prstGeom>
          <a:solidFill>
            <a:srgbClr val="3465a4"/>
          </a:solidFill>
          <a:ln w="18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 algn="ctr"/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Read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240000" y="1620000"/>
            <a:ext cx="2160000" cy="1080000"/>
          </a:xfrm>
          <a:prstGeom prst="flowChartDecision">
            <a:avLst/>
          </a:prstGeom>
          <a:solidFill>
            <a:srgbClr val="3465a4"/>
          </a:solidFill>
          <a:ln w="18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 algn="ctr"/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OK?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6840000" y="1800000"/>
            <a:ext cx="1800000" cy="720000"/>
          </a:xfrm>
          <a:prstGeom prst="flowChartProcess">
            <a:avLst/>
          </a:prstGeom>
          <a:solidFill>
            <a:srgbClr val="3465a4"/>
          </a:solidFill>
          <a:ln w="18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 algn="ctr"/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Work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6840000" y="3600000"/>
            <a:ext cx="1800000" cy="900000"/>
          </a:xfrm>
          <a:prstGeom prst="flowChartDocument">
            <a:avLst/>
          </a:prstGeom>
          <a:solidFill>
            <a:srgbClr val="3465a4"/>
          </a:solidFill>
          <a:ln w="18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 algn="ctr"/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Report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3240000" y="4320000"/>
            <a:ext cx="2160000" cy="720000"/>
          </a:xfrm>
          <a:prstGeom prst="flowChartTerminator">
            <a:avLst/>
          </a:prstGeom>
          <a:solidFill>
            <a:srgbClr val="3465a4"/>
          </a:solidFill>
          <a:ln w="18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 algn="ctr"/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" name=""/>
          <p:cNvCxnSpPr>
            <a:stCxn id="4" idx="2"/>
            <a:endCxn id="5" idx="0"/>
          </p:cNvCxnSpPr>
          <p:nvPr/>
        </p:nvCxnSpPr>
        <p:spPr>
          <a:xfrm>
            <a:off x="1260000" y="1080000"/>
            <a:ext cx="360" cy="720360"/>
          </a:xfrm>
          <a:prstGeom prst="straightConnector1">
            <a:avLst/>
          </a:prstGeom>
          <a:ln w="18000">
            <a:solidFill>
              <a:srgbClr val="204a87"/>
            </a:solidFill>
            <a:round/>
            <a:tailEnd len="med" type="triangle" w="med"/>
          </a:ln>
        </p:spPr>
      </p:cxnSp>
      <p:cxnSp>
        <p:nvCxnSpPr>
          <p:cNvPr id="11" name=""/>
          <p:cNvCxnSpPr>
            <a:stCxn id="5" idx="3"/>
            <a:endCxn id="6" idx="1"/>
          </p:cNvCxnSpPr>
          <p:nvPr/>
        </p:nvCxnSpPr>
        <p:spPr>
          <a:xfrm>
            <a:off x="2160000" y="2160000"/>
            <a:ext cx="1080360" cy="360"/>
          </a:xfrm>
          <a:prstGeom prst="bentConnector2">
            <a:avLst/>
          </a:prstGeom>
          <a:ln w="18000">
            <a:solidFill>
              <a:srgbClr val="204a87"/>
            </a:solidFill>
            <a:round/>
            <a:tailEnd len="med" type="triangle" w="med"/>
          </a:ln>
        </p:spPr>
      </p:cxnSp>
      <p:cxnSp>
        <p:nvCxnSpPr>
          <p:cNvPr id="12" name=""/>
          <p:cNvCxnSpPr>
            <a:stCxn id="6" idx="3"/>
            <a:endCxn id="7" idx="1"/>
          </p:cNvCxnSpPr>
          <p:nvPr/>
        </p:nvCxnSpPr>
        <p:spPr>
          <a:xfrm>
            <a:off x="5400000" y="2160000"/>
            <a:ext cx="1440360" cy="360"/>
          </a:xfrm>
          <a:prstGeom prst="straightConnector1">
            <a:avLst/>
          </a:prstGeom>
          <a:ln w="18000">
            <a:solidFill>
              <a:srgbClr val="204a87"/>
            </a:solidFill>
            <a:round/>
            <a:tailEnd len="med" type="triangle" w="med"/>
          </a:ln>
        </p:spPr>
      </p:cxnSp>
      <p:cxnSp>
        <p:nvCxnSpPr>
          <p:cNvPr id="13" name=""/>
          <p:cNvCxnSpPr>
            <a:stCxn id="7" idx="2"/>
            <a:endCxn id="8" idx="0"/>
          </p:cNvCxnSpPr>
          <p:nvPr/>
        </p:nvCxnSpPr>
        <p:spPr>
          <a:xfrm rot="16200000">
            <a:off x="7200000" y="3060000"/>
            <a:ext cx="1080360" cy="360"/>
          </a:xfrm>
          <a:prstGeom prst="bentConnector2">
            <a:avLst/>
          </a:prstGeom>
          <a:ln w="18000">
            <a:solidFill>
              <a:srgbClr val="204a87"/>
            </a:solidFill>
            <a:round/>
            <a:tailEnd len="med" type="triangle" w="med"/>
          </a:ln>
        </p:spPr>
      </p:cxnSp>
      <p:cxnSp>
        <p:nvCxnSpPr>
          <p:cNvPr id="14" name=""/>
          <p:cNvCxnSpPr>
            <a:stCxn id="6" idx="2"/>
            <a:endCxn id="9" idx="0"/>
          </p:cNvCxnSpPr>
          <p:nvPr/>
        </p:nvCxnSpPr>
        <p:spPr>
          <a:xfrm rot="16200000">
            <a:off x="3510000" y="3510000"/>
            <a:ext cx="1620360" cy="360"/>
          </a:xfrm>
          <a:prstGeom prst="bentConnector2">
            <a:avLst/>
          </a:prstGeom>
          <a:ln w="18000">
            <a:solidFill>
              <a:srgbClr val="204a87"/>
            </a:solidFill>
            <a:round/>
            <a:tailEnd len="med" type="triangle" w="med"/>
          </a:ln>
        </p:spPr>
      </p:cxnSp>
      <p:cxnSp>
        <p:nvCxnSpPr>
          <p:cNvPr id="15" name=""/>
          <p:cNvCxnSpPr>
            <a:stCxn id="8" idx="2"/>
            <a:endCxn id="9" idx="3"/>
          </p:cNvCxnSpPr>
          <p:nvPr/>
        </p:nvCxnSpPr>
        <p:spPr>
          <a:xfrm rot="5400000">
            <a:off x="6480000" y="3420000"/>
            <a:ext cx="180360" cy="2340360"/>
          </a:xfrm>
          <a:prstGeom prst="curvedConnector4">
            <a:avLst>
              <a:gd name="adj1" fmla="val 105200"/>
              <a:gd name="adj2" fmla="val 69215"/>
            </a:avLst>
          </a:prstGeom>
          <a:ln w="18000">
            <a:solidFill>
              <a:srgbClr val="204a87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720000" y="720000"/>
            <a:ext cx="1080000" cy="1080000"/>
          </a:xfrm>
          <a:prstGeom prst="flowChartConnector">
            <a:avLst/>
          </a:prstGeom>
          <a:solidFill>
            <a:srgbClr val="3465a4"/>
          </a:solidFill>
          <a:ln w="18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 algn="ctr"/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2520000" y="720000"/>
            <a:ext cx="1440000" cy="1440000"/>
          </a:xfrm>
          <a:prstGeom prst="star5">
            <a:avLst/>
          </a:prstGeom>
          <a:solidFill>
            <a:srgbClr val="3465a4"/>
          </a:solidFill>
          <a:ln w="18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680000" y="720000"/>
            <a:ext cx="1800000" cy="1080000"/>
          </a:xfrm>
          <a:prstGeom prst="hexagon">
            <a:avLst>
              <a:gd name="adj" fmla="val 41667"/>
              <a:gd name="vf" fmla="val 115470"/>
            </a:avLst>
          </a:prstGeom>
          <a:solidFill>
            <a:srgbClr val="3465a4"/>
          </a:solidFill>
          <a:ln w="18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 algn="ctr"/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Hex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7200000" y="720000"/>
            <a:ext cx="2160000" cy="1080000"/>
          </a:xfrm>
          <a:prstGeom prst="wedgeRectCallout">
            <a:avLst>
              <a:gd name="adj1" fmla="val -43518"/>
              <a:gd name="adj2" fmla="val 70000"/>
            </a:avLst>
          </a:prstGeom>
          <a:solidFill>
            <a:srgbClr val="3465a4"/>
          </a:solidFill>
          <a:ln w="18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 algn="ctr"/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Note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