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0000" y="1440000"/>
            <a:ext cx="864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Provisional Deck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720000" y="2880000"/>
            <a:ext cx="864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Generated by LibreOffice headless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Bulleted Content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First point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point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point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720000" y="1080000"/>
            <a:ext cx="2880000" cy="346320"/>
          </a:xfrm>
          <a:prstGeom prst="rect">
            <a:avLst/>
          </a:prstGeom>
          <a:solidFill>
            <a:srgbClr val="3465a4"/>
          </a:solidFill>
          <a:ln w="0">
            <a:solidFill>
              <a:srgbClr val="204a8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Rectangle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4320000" y="1080000"/>
            <a:ext cx="2880000" cy="1800000"/>
          </a:xfrm>
          <a:prstGeom prst="ellipse">
            <a:avLst/>
          </a:prstGeom>
          <a:solidFill>
            <a:srgbClr val="cc000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Ellipse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0000" y="3600000"/>
            <a:ext cx="64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free-standing text box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