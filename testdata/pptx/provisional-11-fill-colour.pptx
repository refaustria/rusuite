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540000" y="1800000"/>
            <a:ext cx="1980000" cy="1800000"/>
          </a:xfrm>
          <a:prstGeom prst="rect">
            <a:avLst/>
          </a:prstGeom>
          <a:solidFill>
            <a:srgbClr val="cc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#cc0000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2880000" y="1800000"/>
            <a:ext cx="1980000" cy="1800000"/>
          </a:xfrm>
          <a:prstGeom prst="rect">
            <a:avLst/>
          </a:prstGeom>
          <a:solidFill>
            <a:srgbClr val="4e9a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#4e9a06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"/>
          <p:cNvSpPr/>
          <p:nvPr/>
        </p:nvSpPr>
        <p:spPr>
          <a:xfrm>
            <a:off x="5220000" y="1800000"/>
            <a:ext cx="1980000" cy="1800000"/>
          </a:xfrm>
          <a:prstGeom prst="rect">
            <a:avLst/>
          </a:prstGeom>
          <a:solidFill>
            <a:srgbClr val="3465a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#3465a4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"/>
          <p:cNvSpPr/>
          <p:nvPr/>
        </p:nvSpPr>
        <p:spPr>
          <a:xfrm>
            <a:off x="7560000" y="1800000"/>
            <a:ext cx="1980000" cy="1800000"/>
          </a:xfrm>
          <a:prstGeom prst="rect">
            <a:avLst/>
          </a:prstGeom>
          <a:solidFill>
            <a:srgbClr val="fce9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#fce94f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