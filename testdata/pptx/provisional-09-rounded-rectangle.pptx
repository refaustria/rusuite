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2160000" y="1440000"/>
            <a:ext cx="5760000" cy="2520000"/>
          </a:xfrm>
          <a:prstGeom prst="roundRect">
            <a:avLst>
              <a:gd name="adj" fmla="val 16667"/>
            </a:avLst>
          </a:prstGeom>
          <a:solidFill>
            <a:srgbClr val="4e9a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Rounded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