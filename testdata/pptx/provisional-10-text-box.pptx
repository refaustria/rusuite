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 txBox="1"/>
          <p:nvPr/>
        </p:nvSpPr>
        <p:spPr>
          <a:xfrm>
            <a:off x="1080000" y="1080000"/>
            <a:ext cx="792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free-standing text box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"/>
          <p:cNvSpPr txBox="1"/>
          <p:nvPr/>
        </p:nvSpPr>
        <p:spPr>
          <a:xfrm>
            <a:off x="1080000" y="2520000"/>
            <a:ext cx="792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paragraph in a box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and a third line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