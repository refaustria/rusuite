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080000" y="1080000"/>
            <a:ext cx="3600000" cy="18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Normal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 flipH="1">
            <a:off x="5400000" y="1080000"/>
            <a:ext cx="3600000" cy="18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Flipped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