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772400" cy="10058400"/>
  <p:extLst>
    <p:ext uri="{521415D9-36F7-43E2-AB2F-B90AF26B5E84}">
      <p14:sectionLst xmlns:p14="http://schemas.microsoft.com/office/powerpoint/2010/main">
        <p14:section name="Introduction" id="{5EC70000-0000-4000-8000-000000000030}">
          <p14:sldIdLst>
            <p14:sldId id="256"/>
            <p14:sldId id="257"/>
          </p14:sldIdLst>
        </p14:section>
        <p14:section name="Details" id="{5EC70001-0000-4000-8000-000000000030}">
          <p14:sldIdLst>
            <p14:sldId id="258"/>
            <p14:sldId id="259"/>
          </p14:sldIdLst>
        </p14:section>
        <p14:section name="Wrap-up" id="{5EC70002-0000-4000-8000-000000000030}">
          <p14:sldIdLst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0CA8F5-C22F-4E90-9627-4F8994C276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E94BFD-E225-428E-8712-B35BEE4E20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360000" y="5094000"/>
            <a:ext cx="2160000" cy="3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240000" y="5094000"/>
            <a:ext cx="3600000" cy="3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7560000" y="5094000"/>
            <a:ext cx="2160000" cy="3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fld id="{5242102F-D439-4360-B302-A2F3B8F4E77E}" type="slidenum"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20000" y="144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Sections and Footers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720000" y="2880000"/>
            <a:ext cx="864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Footers are not shown on the title slide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Agenda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Rusuite reference deck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D0CCF6-FF15-401D-9C0A-260C4616F7F8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>16 October 2026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Why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Readers need context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Rusuite reference deck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DE6E8D-4363-40D8-9108-B93BE35B027E}" type="slidenum">
              <a:t>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>16 October 2026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With footers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 sections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Rusuite reference deck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85590D-E4E1-48A0-AADD-BC06A0B336A4}" type="slidenum">
              <a:t>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>16 October 2026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Thanks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Questions?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Rusuite reference deck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2CF7CB-53A9-4429-9ACF-7C78A69BFB65}" type="slidenum">
              <a:t>5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>16 October 2026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