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864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Nested Bullets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8640000" cy="369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Level one 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04000" indent="-216000">
              <a:spcBef>
                <a:spcPts val="1134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Level two 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792000" indent="-216000">
              <a:spcBef>
                <a:spcPts val="850"/>
              </a:spcBef>
              <a:buClr>
                <a:srgbClr val="000000"/>
              </a:buClr>
              <a:buSzPct val="45000"/>
              <a:buFont typeface=""/>
              <a:buChar char="▪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Level three 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792000" indent="-216000">
              <a:spcBef>
                <a:spcPts val="850"/>
              </a:spcBef>
              <a:buClr>
                <a:srgbClr val="000000"/>
              </a:buClr>
              <a:buSzPct val="45000"/>
              <a:buFont typeface=""/>
              <a:buChar char="▪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Level three B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04000" indent="-216000">
              <a:spcBef>
                <a:spcPts val="1134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Level two B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spcBef>
                <a:spcPts val="1417"/>
              </a:spcBef>
              <a:buClr>
                <a:srgbClr val="000000"/>
              </a:buClr>
              <a:buSzPct val="45000"/>
              <a:buFont typeface=""/>
              <a:buChar char="•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Level one B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04000" indent="-216000">
              <a:spcBef>
                <a:spcPts val="1134"/>
              </a:spcBef>
              <a:buClr>
                <a:srgbClr val="000000"/>
              </a:buClr>
              <a:buSzPct val="45000"/>
              <a:buFont typeface=""/>
              <a:buChar char="–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Level two C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