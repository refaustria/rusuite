
<file path=[Content_Types].xml><?xml version="1.0" encoding="utf-8"?>
<Types xmlns="http://schemas.openxmlformats.org/package/2006/content-types">
  <Default Extension="mp4" ContentType="video/mp4"/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rusuit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example.com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or go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 action="ppaction://hlinksldjump"/>
              </a:rPr>
              <a:t>the media slide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>
            <a:hlinkClick r:id="" action="ppaction://hlinkshowjump?jump=nextslide"/>
          </p:cNvPr>
          <p:cNvSpPr/>
          <p:nvPr/>
        </p:nvSpPr>
        <p:spPr>
          <a:xfrm>
            <a:off x="360000" y="1800000"/>
            <a:ext cx="1800000" cy="72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Next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">
            <a:hlinkClick r:id="" action="ppaction://hlinkshowjump?jump=lastslide"/>
          </p:cNvPr>
          <p:cNvSpPr/>
          <p:nvPr/>
        </p:nvSpPr>
        <p:spPr>
          <a:xfrm>
            <a:off x="2520000" y="1800000"/>
            <a:ext cx="1800000" cy="72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>
            <a:hlinkClick r:id="" action="ppaction://hlinkshowjump?jump=endshow"/>
          </p:cNvPr>
          <p:cNvSpPr/>
          <p:nvPr/>
        </p:nvSpPr>
        <p:spPr>
          <a:xfrm>
            <a:off x="4680000" y="1800000"/>
            <a:ext cx="1800000" cy="720000"/>
          </a:xfrm>
          <a:prstGeom prst="ellipse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slide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>
            <a:hlinkClick r:id="" action="ppaction://hlinkshowjump?jump=previousslide"/>
          </p:cNvPr>
          <p:cNvSpPr/>
          <p:nvPr/>
        </p:nvSpPr>
        <p:spPr>
          <a:xfrm>
            <a:off x="360000" y="1800000"/>
            <a:ext cx="1800000" cy="72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Back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stretch>
            <a:fillRect/>
          </a:stretch>
        </p:blipFill>
        <p:spPr>
          <a:xfrm>
            <a:off x="720000" y="720000"/>
            <a:ext cx="576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