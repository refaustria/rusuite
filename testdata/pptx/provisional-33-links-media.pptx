
<file path=[Content_Types].xml><?xml version="1.0" encoding="utf-8"?>
<Types xmlns="http://schemas.openxmlformats.org/package/2006/content-types">
  <Default Extension="webm" ContentType="video/webm"/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example.com/rusuite" TargetMode="External"/><Relationship Id="rId2" Type="http://schemas.openxmlformats.org/officeDocument/2006/relationships/slide" Target="slide3.xml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video" Target="../media/media1.webm"/><Relationship Id="rId2" Type="http://schemas.microsoft.com/office/2007/relationships/media" Target="../media/media1.webm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360000" y="360000"/>
            <a:ext cx="86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Visit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example.com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or go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2" action="ppaction://hlinksldjump"/>
              </a:rPr>
              <a:t>the media slide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">
            <a:hlinkClick r:id="" action="ppaction://hlinkshowjump?jump=nextslide"/>
          </p:cNvPr>
          <p:cNvSpPr/>
          <p:nvPr/>
        </p:nvSpPr>
        <p:spPr>
          <a:xfrm>
            <a:off x="360000" y="1800000"/>
            <a:ext cx="1800000" cy="720000"/>
          </a:xfrm>
          <a:prstGeom prst="rect">
            <a:avLst/>
          </a:pr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Next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">
            <a:hlinkClick r:id="" action="ppaction://hlinkshowjump?jump=lastslide"/>
          </p:cNvPr>
          <p:cNvSpPr/>
          <p:nvPr/>
        </p:nvSpPr>
        <p:spPr>
          <a:xfrm>
            <a:off x="2520000" y="1800000"/>
            <a:ext cx="1800000" cy="720000"/>
          </a:xfrm>
          <a:prstGeom prst="rect">
            <a:avLst/>
          </a:pr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">
            <a:hlinkClick r:id="" action="ppaction://hlinkshowjump?jump=endshow"/>
          </p:cNvPr>
          <p:cNvSpPr/>
          <p:nvPr/>
        </p:nvSpPr>
        <p:spPr>
          <a:xfrm>
            <a:off x="4680000" y="1800000"/>
            <a:ext cx="1800000" cy="720000"/>
          </a:xfrm>
          <a:prstGeom prst="ellipse">
            <a:avLst/>
          </a:pr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End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360000" y="360000"/>
            <a:ext cx="720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slide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>
            <a:hlinkClick r:id="" action="ppaction://hlinkshowjump?jump=previousslide"/>
          </p:cNvPr>
          <p:cNvSpPr/>
          <p:nvPr/>
        </p:nvSpPr>
        <p:spPr>
          <a:xfrm>
            <a:off x="360000" y="1800000"/>
            <a:ext cx="1800000" cy="720000"/>
          </a:xfrm>
          <a:prstGeom prst="rect">
            <a:avLst/>
          </a:prstGeom>
          <a:solidFill>
            <a:srgbClr val="3465a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Back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link="rId2"/>
              </p:ext>
            </p:extLst>
          </p:nvPr>
        </p:nvPicPr>
        <p:blipFill>
          <a:stretch>
            <a:fillRect/>
          </a:stretch>
        </p:blipFill>
        <p:spPr>
          <a:xfrm>
            <a:off x="720000" y="720000"/>
            <a:ext cx="5760000" cy="32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LibreOffice/25.2.3.2$Linux_X86_64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