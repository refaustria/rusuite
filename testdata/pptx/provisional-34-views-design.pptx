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772400" cy="10058400"/>
  <p:custShowLst>
    <p:custShow name="Short" id="0">
      <p:sldLst>
        <p:sld r:id="rId6"/>
        <p:sld r:id="rId3"/>
      </p:sldLst>
    </p:custShow>
  </p:custShow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custShow id="0"/>
    <p:penClr>
      <a:srgbClr val="0070C0"/>
    </p:penClr>
  </p:showPr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extLst>
    <p:ext uri="{DCECCB84-F9BA-43D5-87BE-67443E8EF086}">
      <p15:sldGuideLst xmlns:p15="http://schemas.microsoft.com/office/powerpoint/2012/main">
        <p15:guide id="1" pos="576" userDrawn="1">
          <p15:clr>
            <a:srgbClr val="FBAE40"/>
          </p15:clr>
        </p15:guide>
        <p15:guide id="2" pos="71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0000" y="144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Views and Design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720000" y="2880000"/>
            <a:ext cx="864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Custom show, guides and backgrounds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flip="none" rotWithShape="1"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Gradient background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linear gradient in two accents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pattFill prst="smCheck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360000" y="360000"/>
            <a:ext cx="720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Pattern background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the custom show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Slides 4 and 1, in that order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