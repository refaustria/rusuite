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540000" y="540000"/>
            <a:ext cx="2880000" cy="1080000"/>
          </a:xfrm>
          <a:prstGeom prst="rect">
            <a:avLst/>
          </a:prstGeom>
          <a:solidFill>
            <a:srgbClr val="eeeeec"/>
          </a:solidFill>
          <a:ln w="18000">
            <a:solidFill>
              <a:srgbClr val="888a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Align left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3672000" y="540000"/>
            <a:ext cx="2880000" cy="1080000"/>
          </a:xfrm>
          <a:prstGeom prst="rect">
            <a:avLst/>
          </a:prstGeom>
          <a:solidFill>
            <a:srgbClr val="eeeeec"/>
          </a:solidFill>
          <a:ln w="18000">
            <a:solidFill>
              <a:srgbClr val="888a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t">
            <a:noAutofit/>
          </a:bodyPr>
          <a:p>
            <a:pPr algn="ctr"/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Align center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"/>
          <p:cNvSpPr/>
          <p:nvPr/>
        </p:nvSpPr>
        <p:spPr>
          <a:xfrm>
            <a:off x="6804000" y="540000"/>
            <a:ext cx="2880000" cy="1080000"/>
          </a:xfrm>
          <a:prstGeom prst="rect">
            <a:avLst/>
          </a:prstGeom>
          <a:solidFill>
            <a:srgbClr val="eeeeec"/>
          </a:solidFill>
          <a:ln w="18000">
            <a:solidFill>
              <a:srgbClr val="888a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t">
            <a:noAutofit/>
          </a:bodyPr>
          <a:p>
            <a:pPr algn="r"/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Align right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"/>
          <p:cNvSpPr/>
          <p:nvPr/>
        </p:nvSpPr>
        <p:spPr>
          <a:xfrm>
            <a:off x="540000" y="2340000"/>
            <a:ext cx="2880000" cy="2160000"/>
          </a:xfrm>
          <a:prstGeom prst="rect">
            <a:avLst/>
          </a:prstGeom>
          <a:solidFill>
            <a:srgbClr val="eeeeec"/>
          </a:solidFill>
          <a:ln w="18000">
            <a:solidFill>
              <a:srgbClr val="888a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t">
            <a:noAutofit/>
          </a:bodyPr>
          <a:p>
            <a:pPr algn="ctr"/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Anchor top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3672000" y="2340000"/>
            <a:ext cx="2880000" cy="2160000"/>
          </a:xfrm>
          <a:prstGeom prst="rect">
            <a:avLst/>
          </a:prstGeom>
          <a:solidFill>
            <a:srgbClr val="eeeeec"/>
          </a:solidFill>
          <a:ln w="18000">
            <a:solidFill>
              <a:srgbClr val="888a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>
            <a:noAutofit/>
          </a:bodyPr>
          <a:p>
            <a:pPr algn="ctr"/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Anchor middle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"/>
          <p:cNvSpPr/>
          <p:nvPr/>
        </p:nvSpPr>
        <p:spPr>
          <a:xfrm>
            <a:off x="6804000" y="2340000"/>
            <a:ext cx="2880000" cy="2160000"/>
          </a:xfrm>
          <a:prstGeom prst="rect">
            <a:avLst/>
          </a:prstGeom>
          <a:solidFill>
            <a:srgbClr val="eeeeec"/>
          </a:solidFill>
          <a:ln w="18000">
            <a:solidFill>
              <a:srgbClr val="888a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b">
            <a:noAutofit/>
          </a:bodyPr>
          <a:p>
            <a:pPr algn="ctr"/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Anchor bottom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