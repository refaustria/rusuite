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440000" y="1080000"/>
            <a:ext cx="7200000" cy="3240000"/>
          </a:xfrm>
          <a:prstGeom prst="line">
            <a:avLst/>
          </a:prstGeom>
          <a:ln w="54000">
            <a:solidFill>
              <a:srgbClr val="204a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17000" rIns="117000" tIns="72000" bIns="72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