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"/>
          <p:cNvGraphicFramePr/>
          <p:nvPr/>
        </p:nvGraphicFramePr>
        <p:xfrm>
          <a:off x="720000" y="720000"/>
          <a:ext cx="8640000" cy="1728000"/>
        </p:xfrm>
        <a:graphic>
          <a:graphicData uri="http://schemas.openxmlformats.org/drawingml/2006/table">
            <a:tbl>
              <a:tblPr/>
              <a:tblGrid>
                <a:gridCol w="2880000"/>
                <a:gridCol w="2880000"/>
                <a:gridCol w="2880000"/>
              </a:tblGrid>
              <a:tr h="4320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Region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Q1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Q2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2000">
                <a:tc rowSpan="2"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North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2000">
                <a:tc vMerge="1"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20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Total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26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"/>
          <p:cNvGraphicFramePr/>
          <p:nvPr/>
        </p:nvGraphicFramePr>
        <p:xfrm>
          <a:off x="1440000" y="1080000"/>
          <a:ext cx="4320000" cy="864000"/>
        </p:xfrm>
        <a:graphic>
          <a:graphicData uri="http://schemas.openxmlformats.org/drawingml/2006/table">
            <a:tbl>
              <a:tblPr/>
              <a:tblGrid>
                <a:gridCol w="2160000"/>
                <a:gridCol w="2160000"/>
              </a:tblGrid>
              <a:tr h="432000">
                <a:tc gridSpan="2"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20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