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144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Rusuite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Office suite pitch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Agenda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Problem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Solution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Write, Calc, Show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Market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Problem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20000" y="1620000"/>
            <a:ext cx="3960000" cy="2880000"/>
          </a:xfrm>
          <a:prstGeom prst="roundRect">
            <a:avLst>
              <a:gd name="adj" fmla="val 16667"/>
            </a:avLst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Costly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400000" y="1620000"/>
            <a:ext cx="3960000" cy="2880000"/>
          </a:xfrm>
          <a:prstGeom prst="roundRect">
            <a:avLst>
              <a:gd name="adj" fmla="val 16667"/>
            </a:avLst>
          </a:prstGeom>
          <a:solidFill>
            <a:srgbClr val="888a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Closed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Solution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1" descr=""/>
          <p:cNvPicPr/>
          <p:nvPr/>
        </p:nvPicPr>
        <p:blipFill>
          <a:blip r:embed="rId1"/>
          <a:stretch/>
        </p:blipFill>
        <p:spPr>
          <a:xfrm>
            <a:off x="720000" y="1620000"/>
            <a:ext cx="2880000" cy="28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4320000" y="1800000"/>
            <a:ext cx="5040000" cy="21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 source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Rust core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Runs in the browser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Market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080000" y="1800000"/>
            <a:ext cx="3600000" cy="2880000"/>
          </a:xfrm>
          <a:prstGeom prst="ellipse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Office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040000" y="1800000"/>
            <a:ext cx="3600000" cy="2880000"/>
          </a:xfrm>
          <a:prstGeom prst="ellipse">
            <a:avLst/>
          </a:prstGeom>
          <a:solidFill>
            <a:srgbClr val="4e9a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Education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20000" y="5040000"/>
            <a:ext cx="8640000" cy="0"/>
          </a:xfrm>
          <a:prstGeom prst="line">
            <a:avLst/>
          </a:prstGeom>
          <a:ln w="36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180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Thank You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720000" y="324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questions@example.invalid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