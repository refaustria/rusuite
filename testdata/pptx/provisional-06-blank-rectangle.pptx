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2160000" y="1440000"/>
            <a:ext cx="5760000" cy="252000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Rectangle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