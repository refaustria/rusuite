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Fade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Push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push dir="l"/>
      </p:transition>
    </mc:Choice>
    <mc:Fallback>
      <p:transition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Wipe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>
        <p:wipe dir="r"/>
      </p:transition>
    </mc:Choice>
    <mc:Fallback>
      <p:transition spd="slow" advTm="3000">
        <p:wipe dir="r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fce9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over dir="l"/>
      </p:transition>
    </mc:Choice>
    <mc:Fallback>
      <p:transition spd="slow">
        <p:cover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1440000" y="1080000"/>
            <a:ext cx="7200000" cy="3240000"/>
          </a:xfrm>
          <a:prstGeom prst="rect">
            <a:avLst/>
          </a:prstGeom>
          <a:solidFill>
            <a:srgbClr val="888a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Split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split dir="in" orient="vert"/>
      </p:transition>
    </mc:Choice>
    <mc:Fallback>
      <p:transition spd="slow">
        <p:split dir="in" orient="vert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