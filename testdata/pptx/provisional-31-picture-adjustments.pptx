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"/>
          <p:cNvPicPr/>
          <p:nvPr/>
        </p:nvPicPr>
        <p:blipFill>
          <a:blip r:embed="rId1"/>
          <a:srcRect l="31496" t="0" r="0" b="23622"/>
          <a:stretch/>
        </p:blipFill>
        <p:spPr>
          <a:xfrm>
            <a:off x="360000" y="720000"/>
            <a:ext cx="2160000" cy="21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Image2" descr=""/>
          <p:cNvPicPr/>
          <p:nvPr/>
        </p:nvPicPr>
        <p:blipFill>
          <a:blip r:embed="rId2">
            <a:grayscl/>
          </a:blip>
          <a:stretch/>
        </p:blipFill>
        <p:spPr>
          <a:xfrm>
            <a:off x="2880000" y="720000"/>
            <a:ext cx="2160000" cy="21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Image3" descr=""/>
          <p:cNvPicPr/>
          <p:nvPr/>
        </p:nvPicPr>
        <p:blipFill>
          <a:blip r:embed="rId3">
            <a:biLevel thresh="50000"/>
          </a:blip>
          <a:stretch/>
        </p:blipFill>
        <p:spPr>
          <a:xfrm>
            <a:off x="5400000" y="720000"/>
            <a:ext cx="2160000" cy="21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4" descr=""/>
          <p:cNvPicPr/>
          <p:nvPr/>
        </p:nvPicPr>
        <p:blipFill>
          <a:blip r:embed="rId4">
            <a:lum bright="20000" contrast="-30000"/>
          </a:blip>
          <a:stretch/>
        </p:blipFill>
        <p:spPr>
          <a:xfrm>
            <a:off x="7920000" y="720000"/>
            <a:ext cx="180000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5" descr="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720000" y="720000"/>
            <a:ext cx="360000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6" descr=""/>
          <p:cNvPicPr/>
          <p:nvPr/>
        </p:nvPicPr>
        <p:blipFill>
          <a:blip r:embed="rId2">
            <a:grayscl/>
          </a:blip>
          <a:srcRect l="15748" t="15748" r="15748" b="15748"/>
          <a:stretch/>
        </p:blipFill>
        <p:spPr>
          <a:xfrm>
            <a:off x="5040000" y="720000"/>
            <a:ext cx="36000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