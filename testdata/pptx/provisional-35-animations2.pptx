
<file path=[Content_Types].xml><?xml version="1.0" encoding="utf-8"?>
<Types xmlns="http://schemas.openxmlformats.org/package/2006/content-types">
  <Default Extension="webm" ContentType="video/webm"/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video" Target="../media/media1.webm"/><Relationship Id="rId2" Type="http://schemas.microsoft.com/office/2007/relationships/media" Target="../media/media1.webm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0000" y="144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Animations 2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20000" y="2880000"/>
            <a:ext cx="864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Transitions, builds, paths, triggers, media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Float in by paragraph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First point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detail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point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 p14:dur="1000">
        <p14:prism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720000" y="1440000"/>
            <a:ext cx="1800000" cy="108000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Moves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6480000" y="1440000"/>
            <a:ext cx="1440000" cy="1440000"/>
          </a:xfrm>
          <a:prstGeom prst="ellipse">
            <a:avLst/>
          </a:prstGeom>
          <a:solidFill>
            <a:srgbClr val="cc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me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 p14:dur="3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 0.1 0.15 0.1 0.2 0 L 0.3 0.15 E" pathEditMode="relative" ptsTypes="">
                                      <p:cBhvr>
                                        <p:cTn id="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>
                  <p14:trim st="500" end="500"/>
                  <p14:fade in="250" out="250"/>
                  <p14:bmkLst>
                    <p14:bmk name="Bookmark 1" time="1000"/>
                  </p14:bmkLst>
                </p14:media>
              </p:ext>
            </p:extLst>
          </p:nvPr>
        </p:nvPicPr>
        <p:blipFill>
          <a:stretch>
            <a:fillRect/>
          </a:stretch>
        </p:blipFill>
        <p:spPr>
          <a:xfrm>
            <a:off x="720000" y="720000"/>
            <a:ext cx="4320000" cy="3240000"/>
          </a:xfrm>
          <a:prstGeom prst="rect">
            <a:avLst/>
          </a:prstGeom>
          <a:ln w="0">
            <a:noFill/>
          </a:ln>
        </p:spPr>
      </p:pic>
      <p:sp>
        <p:nvSpPr>
          <p:cNvPr id="11" name=""/>
          <p:cNvSpPr txBox="1"/>
          <p:nvPr/>
        </p:nvSpPr>
        <p:spPr>
          <a:xfrm>
            <a:off x="5760000" y="1440000"/>
            <a:ext cx="360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Leaves at the bookmark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 xmlns:mc="http://schemas.openxmlformats.org/markup-compatibility/2006">
    <mc:Choice xmlns:p14="http://schemas.microsoft.com/office/powerpoint/2010/main" xmlns:p15="http://schemas.microsoft.com/office/powerpoint/2012/main" Requires="p15">
      <p:transition spd="slow" p14:dur="275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" presetClass="mediacall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mc:AlternateContent xmlns:mc="http://schemas.openxmlformats.org/markup-compatibility/2006">
              <mc:Choice xmlns:p14="http://schemas.microsoft.com/office/powerpoint/2010/main" Requires="p14">
                <p:seq concurrent="1" nextAc="seek">
                  <p:cTn id="10" restart="whenNotActive" fill="hold" evtFilter="cancelBubble" nodeType="interactiveSeq" p14:bmkName="Bookmark 1">
                    <p:stCondLst>
                      <p:cond evt="onMediaBookmark" delay="0">
                        <p:tgtEl>
                          <p:spTgt spid="1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1" fill="hold">
                          <p:stCondLst>
                            <p:cond delay="0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0" presetClass="exit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:spTgt spid="10"/>
                      </p:tgtEl>
                    </p:cond>
                  </p:nextCondLst>
                </p:seq>
              </mc:Choice>
              <mc:Fallback/>
            </mc:AlternateContent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