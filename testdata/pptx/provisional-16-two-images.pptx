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" descr=""/>
          <p:cNvPicPr/>
          <p:nvPr/>
        </p:nvPicPr>
        <p:blipFill>
          <a:blip r:embed="rId1"/>
          <a:stretch/>
        </p:blipFill>
        <p:spPr>
          <a:xfrm>
            <a:off x="1080000" y="1260000"/>
            <a:ext cx="3240000" cy="32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Image2" descr=""/>
          <p:cNvPicPr/>
          <p:nvPr/>
        </p:nvPicPr>
        <p:blipFill>
          <a:blip r:embed="rId2"/>
          <a:stretch/>
        </p:blipFill>
        <p:spPr>
          <a:xfrm>
            <a:off x="5760000" y="1260000"/>
            <a:ext cx="3240000" cy="32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